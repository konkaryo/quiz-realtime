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1904365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98" userDrawn="1">
          <p15:clr>
            <a:srgbClr val="A4A3A4"/>
          </p15:clr>
        </p15:guide>
        <p15:guide id="2" orient="horz" pos="7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2454"/>
    <a:srgbClr val="532B61"/>
    <a:srgbClr val="4B1563"/>
    <a:srgbClr val="6C2585"/>
    <a:srgbClr val="5A1579"/>
    <a:srgbClr val="7C2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13" autoAdjust="0"/>
    <p:restoredTop sz="94660"/>
  </p:normalViewPr>
  <p:slideViewPr>
    <p:cSldViewPr snapToGrid="0" showGuides="1">
      <p:cViewPr>
        <p:scale>
          <a:sx n="10" d="100"/>
          <a:sy n="10" d="100"/>
        </p:scale>
        <p:origin x="2648" y="1376"/>
      </p:cViewPr>
      <p:guideLst>
        <p:guide pos="5998"/>
        <p:guide orient="horz" pos="72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8274" y="3741210"/>
            <a:ext cx="16187103" cy="7958667"/>
          </a:xfrm>
        </p:spPr>
        <p:txBody>
          <a:bodyPr anchor="b"/>
          <a:lstStyle>
            <a:lvl1pPr algn="ctr">
              <a:defRPr sz="124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0456" y="12006793"/>
            <a:ext cx="14282738" cy="5519207"/>
          </a:xfrm>
        </p:spPr>
        <p:txBody>
          <a:bodyPr/>
          <a:lstStyle>
            <a:lvl1pPr marL="0" indent="0" algn="ctr">
              <a:buNone/>
              <a:defRPr sz="4998"/>
            </a:lvl1pPr>
            <a:lvl2pPr marL="952165" indent="0" algn="ctr">
              <a:buNone/>
              <a:defRPr sz="4165"/>
            </a:lvl2pPr>
            <a:lvl3pPr marL="1904329" indent="0" algn="ctr">
              <a:buNone/>
              <a:defRPr sz="3749"/>
            </a:lvl3pPr>
            <a:lvl4pPr marL="2856494" indent="0" algn="ctr">
              <a:buNone/>
              <a:defRPr sz="3332"/>
            </a:lvl4pPr>
            <a:lvl5pPr marL="3808659" indent="0" algn="ctr">
              <a:buNone/>
              <a:defRPr sz="3332"/>
            </a:lvl5pPr>
            <a:lvl6pPr marL="4760824" indent="0" algn="ctr">
              <a:buNone/>
              <a:defRPr sz="3332"/>
            </a:lvl6pPr>
            <a:lvl7pPr marL="5712988" indent="0" algn="ctr">
              <a:buNone/>
              <a:defRPr sz="3332"/>
            </a:lvl7pPr>
            <a:lvl8pPr marL="6665153" indent="0" algn="ctr">
              <a:buNone/>
              <a:defRPr sz="3332"/>
            </a:lvl8pPr>
            <a:lvl9pPr marL="7617318" indent="0" algn="ctr">
              <a:buNone/>
              <a:defRPr sz="33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6351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2443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9333" y="5699132"/>
            <a:ext cx="16425148" cy="9509123"/>
          </a:xfrm>
        </p:spPr>
        <p:txBody>
          <a:bodyPr anchor="b"/>
          <a:lstStyle>
            <a:lvl1pPr>
              <a:defRPr sz="124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9333" y="15298215"/>
            <a:ext cx="16425148" cy="5000623"/>
          </a:xfrm>
        </p:spPr>
        <p:txBody>
          <a:bodyPr/>
          <a:lstStyle>
            <a:lvl1pPr marL="0" indent="0">
              <a:buNone/>
              <a:defRPr sz="4998">
                <a:solidFill>
                  <a:schemeClr val="tx1"/>
                </a:solidFill>
              </a:defRPr>
            </a:lvl1pPr>
            <a:lvl2pPr marL="952165" indent="0">
              <a:buNone/>
              <a:defRPr sz="4165">
                <a:solidFill>
                  <a:schemeClr val="tx1">
                    <a:tint val="75000"/>
                  </a:schemeClr>
                </a:solidFill>
              </a:defRPr>
            </a:lvl2pPr>
            <a:lvl3pPr marL="1904329" indent="0">
              <a:buNone/>
              <a:defRPr sz="3749">
                <a:solidFill>
                  <a:schemeClr val="tx1">
                    <a:tint val="75000"/>
                  </a:schemeClr>
                </a:solidFill>
              </a:defRPr>
            </a:lvl3pPr>
            <a:lvl4pPr marL="2856494" indent="0">
              <a:buNone/>
              <a:defRPr sz="3332">
                <a:solidFill>
                  <a:schemeClr val="tx1">
                    <a:tint val="75000"/>
                  </a:schemeClr>
                </a:solidFill>
              </a:defRPr>
            </a:lvl4pPr>
            <a:lvl5pPr marL="3808659" indent="0">
              <a:buNone/>
              <a:defRPr sz="3332">
                <a:solidFill>
                  <a:schemeClr val="tx1">
                    <a:tint val="75000"/>
                  </a:schemeClr>
                </a:solidFill>
              </a:defRPr>
            </a:lvl5pPr>
            <a:lvl6pPr marL="4760824" indent="0">
              <a:buNone/>
              <a:defRPr sz="3332">
                <a:solidFill>
                  <a:schemeClr val="tx1">
                    <a:tint val="75000"/>
                  </a:schemeClr>
                </a:solidFill>
              </a:defRPr>
            </a:lvl6pPr>
            <a:lvl7pPr marL="5712988" indent="0">
              <a:buNone/>
              <a:defRPr sz="3332">
                <a:solidFill>
                  <a:schemeClr val="tx1">
                    <a:tint val="75000"/>
                  </a:schemeClr>
                </a:solidFill>
              </a:defRPr>
            </a:lvl7pPr>
            <a:lvl8pPr marL="6665153" indent="0">
              <a:buNone/>
              <a:defRPr sz="3332">
                <a:solidFill>
                  <a:schemeClr val="tx1">
                    <a:tint val="75000"/>
                  </a:schemeClr>
                </a:solidFill>
              </a:defRPr>
            </a:lvl8pPr>
            <a:lvl9pPr marL="7617318" indent="0">
              <a:buNone/>
              <a:defRPr sz="33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993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9251" y="6085417"/>
            <a:ext cx="8093551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40848" y="6085417"/>
            <a:ext cx="8093551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28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1731" y="1217089"/>
            <a:ext cx="16425148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1734" y="5603877"/>
            <a:ext cx="8056355" cy="2746373"/>
          </a:xfrm>
        </p:spPr>
        <p:txBody>
          <a:bodyPr anchor="b"/>
          <a:lstStyle>
            <a:lvl1pPr marL="0" indent="0">
              <a:buNone/>
              <a:defRPr sz="4998" b="1"/>
            </a:lvl1pPr>
            <a:lvl2pPr marL="952165" indent="0">
              <a:buNone/>
              <a:defRPr sz="4165" b="1"/>
            </a:lvl2pPr>
            <a:lvl3pPr marL="1904329" indent="0">
              <a:buNone/>
              <a:defRPr sz="3749" b="1"/>
            </a:lvl3pPr>
            <a:lvl4pPr marL="2856494" indent="0">
              <a:buNone/>
              <a:defRPr sz="3332" b="1"/>
            </a:lvl4pPr>
            <a:lvl5pPr marL="3808659" indent="0">
              <a:buNone/>
              <a:defRPr sz="3332" b="1"/>
            </a:lvl5pPr>
            <a:lvl6pPr marL="4760824" indent="0">
              <a:buNone/>
              <a:defRPr sz="3332" b="1"/>
            </a:lvl6pPr>
            <a:lvl7pPr marL="5712988" indent="0">
              <a:buNone/>
              <a:defRPr sz="3332" b="1"/>
            </a:lvl7pPr>
            <a:lvl8pPr marL="6665153" indent="0">
              <a:buNone/>
              <a:defRPr sz="3332" b="1"/>
            </a:lvl8pPr>
            <a:lvl9pPr marL="7617318" indent="0">
              <a:buNone/>
              <a:defRPr sz="33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11734" y="8350250"/>
            <a:ext cx="8056355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40849" y="5603877"/>
            <a:ext cx="8096032" cy="2746373"/>
          </a:xfrm>
        </p:spPr>
        <p:txBody>
          <a:bodyPr anchor="b"/>
          <a:lstStyle>
            <a:lvl1pPr marL="0" indent="0">
              <a:buNone/>
              <a:defRPr sz="4998" b="1"/>
            </a:lvl1pPr>
            <a:lvl2pPr marL="952165" indent="0">
              <a:buNone/>
              <a:defRPr sz="4165" b="1"/>
            </a:lvl2pPr>
            <a:lvl3pPr marL="1904329" indent="0">
              <a:buNone/>
              <a:defRPr sz="3749" b="1"/>
            </a:lvl3pPr>
            <a:lvl4pPr marL="2856494" indent="0">
              <a:buNone/>
              <a:defRPr sz="3332" b="1"/>
            </a:lvl4pPr>
            <a:lvl5pPr marL="3808659" indent="0">
              <a:buNone/>
              <a:defRPr sz="3332" b="1"/>
            </a:lvl5pPr>
            <a:lvl6pPr marL="4760824" indent="0">
              <a:buNone/>
              <a:defRPr sz="3332" b="1"/>
            </a:lvl6pPr>
            <a:lvl7pPr marL="5712988" indent="0">
              <a:buNone/>
              <a:defRPr sz="3332" b="1"/>
            </a:lvl7pPr>
            <a:lvl8pPr marL="6665153" indent="0">
              <a:buNone/>
              <a:defRPr sz="3332" b="1"/>
            </a:lvl8pPr>
            <a:lvl9pPr marL="7617318" indent="0">
              <a:buNone/>
              <a:defRPr sz="33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40849" y="8350250"/>
            <a:ext cx="8096032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63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96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6672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1731" y="1524000"/>
            <a:ext cx="6142073" cy="5334000"/>
          </a:xfrm>
        </p:spPr>
        <p:txBody>
          <a:bodyPr anchor="b"/>
          <a:lstStyle>
            <a:lvl1pPr>
              <a:defRPr sz="66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6032" y="3291422"/>
            <a:ext cx="9640848" cy="16245417"/>
          </a:xfrm>
        </p:spPr>
        <p:txBody>
          <a:bodyPr/>
          <a:lstStyle>
            <a:lvl1pPr>
              <a:defRPr sz="6664"/>
            </a:lvl1pPr>
            <a:lvl2pPr>
              <a:defRPr sz="5831"/>
            </a:lvl2pPr>
            <a:lvl3pPr>
              <a:defRPr sz="4998"/>
            </a:lvl3pPr>
            <a:lvl4pPr>
              <a:defRPr sz="4165"/>
            </a:lvl4pPr>
            <a:lvl5pPr>
              <a:defRPr sz="4165"/>
            </a:lvl5pPr>
            <a:lvl6pPr>
              <a:defRPr sz="4165"/>
            </a:lvl6pPr>
            <a:lvl7pPr>
              <a:defRPr sz="4165"/>
            </a:lvl7pPr>
            <a:lvl8pPr>
              <a:defRPr sz="4165"/>
            </a:lvl8pPr>
            <a:lvl9pPr>
              <a:defRPr sz="41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1731" y="6858000"/>
            <a:ext cx="6142073" cy="12705293"/>
          </a:xfrm>
        </p:spPr>
        <p:txBody>
          <a:bodyPr/>
          <a:lstStyle>
            <a:lvl1pPr marL="0" indent="0">
              <a:buNone/>
              <a:defRPr sz="3332"/>
            </a:lvl1pPr>
            <a:lvl2pPr marL="952165" indent="0">
              <a:buNone/>
              <a:defRPr sz="2916"/>
            </a:lvl2pPr>
            <a:lvl3pPr marL="1904329" indent="0">
              <a:buNone/>
              <a:defRPr sz="2499"/>
            </a:lvl3pPr>
            <a:lvl4pPr marL="2856494" indent="0">
              <a:buNone/>
              <a:defRPr sz="2083"/>
            </a:lvl4pPr>
            <a:lvl5pPr marL="3808659" indent="0">
              <a:buNone/>
              <a:defRPr sz="2083"/>
            </a:lvl5pPr>
            <a:lvl6pPr marL="4760824" indent="0">
              <a:buNone/>
              <a:defRPr sz="2083"/>
            </a:lvl6pPr>
            <a:lvl7pPr marL="5712988" indent="0">
              <a:buNone/>
              <a:defRPr sz="2083"/>
            </a:lvl7pPr>
            <a:lvl8pPr marL="6665153" indent="0">
              <a:buNone/>
              <a:defRPr sz="2083"/>
            </a:lvl8pPr>
            <a:lvl9pPr marL="7617318" indent="0">
              <a:buNone/>
              <a:defRPr sz="20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778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1731" y="1524000"/>
            <a:ext cx="6142073" cy="5334000"/>
          </a:xfrm>
        </p:spPr>
        <p:txBody>
          <a:bodyPr anchor="b"/>
          <a:lstStyle>
            <a:lvl1pPr>
              <a:defRPr sz="66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6032" y="3291422"/>
            <a:ext cx="9640848" cy="16245417"/>
          </a:xfrm>
        </p:spPr>
        <p:txBody>
          <a:bodyPr anchor="t"/>
          <a:lstStyle>
            <a:lvl1pPr marL="0" indent="0">
              <a:buNone/>
              <a:defRPr sz="6664"/>
            </a:lvl1pPr>
            <a:lvl2pPr marL="952165" indent="0">
              <a:buNone/>
              <a:defRPr sz="5831"/>
            </a:lvl2pPr>
            <a:lvl3pPr marL="1904329" indent="0">
              <a:buNone/>
              <a:defRPr sz="4998"/>
            </a:lvl3pPr>
            <a:lvl4pPr marL="2856494" indent="0">
              <a:buNone/>
              <a:defRPr sz="4165"/>
            </a:lvl4pPr>
            <a:lvl5pPr marL="3808659" indent="0">
              <a:buNone/>
              <a:defRPr sz="4165"/>
            </a:lvl5pPr>
            <a:lvl6pPr marL="4760824" indent="0">
              <a:buNone/>
              <a:defRPr sz="4165"/>
            </a:lvl6pPr>
            <a:lvl7pPr marL="5712988" indent="0">
              <a:buNone/>
              <a:defRPr sz="4165"/>
            </a:lvl7pPr>
            <a:lvl8pPr marL="6665153" indent="0">
              <a:buNone/>
              <a:defRPr sz="4165"/>
            </a:lvl8pPr>
            <a:lvl9pPr marL="7617318" indent="0">
              <a:buNone/>
              <a:defRPr sz="416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1731" y="6858000"/>
            <a:ext cx="6142073" cy="12705293"/>
          </a:xfrm>
        </p:spPr>
        <p:txBody>
          <a:bodyPr/>
          <a:lstStyle>
            <a:lvl1pPr marL="0" indent="0">
              <a:buNone/>
              <a:defRPr sz="3332"/>
            </a:lvl1pPr>
            <a:lvl2pPr marL="952165" indent="0">
              <a:buNone/>
              <a:defRPr sz="2916"/>
            </a:lvl2pPr>
            <a:lvl3pPr marL="1904329" indent="0">
              <a:buNone/>
              <a:defRPr sz="2499"/>
            </a:lvl3pPr>
            <a:lvl4pPr marL="2856494" indent="0">
              <a:buNone/>
              <a:defRPr sz="2083"/>
            </a:lvl4pPr>
            <a:lvl5pPr marL="3808659" indent="0">
              <a:buNone/>
              <a:defRPr sz="2083"/>
            </a:lvl5pPr>
            <a:lvl6pPr marL="4760824" indent="0">
              <a:buNone/>
              <a:defRPr sz="2083"/>
            </a:lvl6pPr>
            <a:lvl7pPr marL="5712988" indent="0">
              <a:buNone/>
              <a:defRPr sz="2083"/>
            </a:lvl7pPr>
            <a:lvl8pPr marL="6665153" indent="0">
              <a:buNone/>
              <a:defRPr sz="2083"/>
            </a:lvl8pPr>
            <a:lvl9pPr marL="7617318" indent="0">
              <a:buNone/>
              <a:defRPr sz="20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66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393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28113" y="1217084"/>
            <a:ext cx="4106287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9252" y="1217084"/>
            <a:ext cx="12080815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10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9251" y="1217089"/>
            <a:ext cx="16425148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251" y="6085417"/>
            <a:ext cx="16425148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9251" y="21187839"/>
            <a:ext cx="4284821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0867F-651B-4F72-8721-F8E9B885FB85}" type="datetimeFigureOut">
              <a:rPr lang="fr-FR" smtClean="0"/>
              <a:t>21/03/2026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08209" y="21187839"/>
            <a:ext cx="6427232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49578" y="21187839"/>
            <a:ext cx="4284821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FDB01-173E-454F-ACF6-F5D260A51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51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04329" rtl="0" eaLnBrk="1" latinLnBrk="0" hangingPunct="1">
        <a:lnSpc>
          <a:spcPct val="90000"/>
        </a:lnSpc>
        <a:spcBef>
          <a:spcPct val="0"/>
        </a:spcBef>
        <a:buNone/>
        <a:defRPr sz="91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6082" indent="-476082" algn="l" defTabSz="1904329" rtl="0" eaLnBrk="1" latinLnBrk="0" hangingPunct="1">
        <a:lnSpc>
          <a:spcPct val="90000"/>
        </a:lnSpc>
        <a:spcBef>
          <a:spcPts val="2083"/>
        </a:spcBef>
        <a:buFont typeface="Arial" panose="020B0604020202020204" pitchFamily="34" charset="0"/>
        <a:buChar char="•"/>
        <a:defRPr sz="5831" kern="1200">
          <a:solidFill>
            <a:schemeClr val="tx1"/>
          </a:solidFill>
          <a:latin typeface="+mn-lt"/>
          <a:ea typeface="+mn-ea"/>
          <a:cs typeface="+mn-cs"/>
        </a:defRPr>
      </a:lvl1pPr>
      <a:lvl2pPr marL="1428247" indent="-476082" algn="l" defTabSz="1904329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4998" kern="1200">
          <a:solidFill>
            <a:schemeClr val="tx1"/>
          </a:solidFill>
          <a:latin typeface="+mn-lt"/>
          <a:ea typeface="+mn-ea"/>
          <a:cs typeface="+mn-cs"/>
        </a:defRPr>
      </a:lvl2pPr>
      <a:lvl3pPr marL="2380412" indent="-476082" algn="l" defTabSz="1904329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4165" kern="1200">
          <a:solidFill>
            <a:schemeClr val="tx1"/>
          </a:solidFill>
          <a:latin typeface="+mn-lt"/>
          <a:ea typeface="+mn-ea"/>
          <a:cs typeface="+mn-cs"/>
        </a:defRPr>
      </a:lvl3pPr>
      <a:lvl4pPr marL="3332577" indent="-476082" algn="l" defTabSz="1904329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9" kern="1200">
          <a:solidFill>
            <a:schemeClr val="tx1"/>
          </a:solidFill>
          <a:latin typeface="+mn-lt"/>
          <a:ea typeface="+mn-ea"/>
          <a:cs typeface="+mn-cs"/>
        </a:defRPr>
      </a:lvl4pPr>
      <a:lvl5pPr marL="4284741" indent="-476082" algn="l" defTabSz="1904329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9" kern="1200">
          <a:solidFill>
            <a:schemeClr val="tx1"/>
          </a:solidFill>
          <a:latin typeface="+mn-lt"/>
          <a:ea typeface="+mn-ea"/>
          <a:cs typeface="+mn-cs"/>
        </a:defRPr>
      </a:lvl5pPr>
      <a:lvl6pPr marL="5236906" indent="-476082" algn="l" defTabSz="1904329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9" kern="1200">
          <a:solidFill>
            <a:schemeClr val="tx1"/>
          </a:solidFill>
          <a:latin typeface="+mn-lt"/>
          <a:ea typeface="+mn-ea"/>
          <a:cs typeface="+mn-cs"/>
        </a:defRPr>
      </a:lvl6pPr>
      <a:lvl7pPr marL="6189071" indent="-476082" algn="l" defTabSz="1904329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9" kern="1200">
          <a:solidFill>
            <a:schemeClr val="tx1"/>
          </a:solidFill>
          <a:latin typeface="+mn-lt"/>
          <a:ea typeface="+mn-ea"/>
          <a:cs typeface="+mn-cs"/>
        </a:defRPr>
      </a:lvl7pPr>
      <a:lvl8pPr marL="7141235" indent="-476082" algn="l" defTabSz="1904329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9" kern="1200">
          <a:solidFill>
            <a:schemeClr val="tx1"/>
          </a:solidFill>
          <a:latin typeface="+mn-lt"/>
          <a:ea typeface="+mn-ea"/>
          <a:cs typeface="+mn-cs"/>
        </a:defRPr>
      </a:lvl8pPr>
      <a:lvl9pPr marL="8093400" indent="-476082" algn="l" defTabSz="1904329" rtl="0" eaLnBrk="1" latinLnBrk="0" hangingPunct="1">
        <a:lnSpc>
          <a:spcPct val="90000"/>
        </a:lnSpc>
        <a:spcBef>
          <a:spcPts val="1041"/>
        </a:spcBef>
        <a:buFont typeface="Arial" panose="020B0604020202020204" pitchFamily="34" charset="0"/>
        <a:buChar char="•"/>
        <a:defRPr sz="37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04329" rtl="0" eaLnBrk="1" latinLnBrk="0" hangingPunct="1">
        <a:defRPr sz="3749" kern="1200">
          <a:solidFill>
            <a:schemeClr val="tx1"/>
          </a:solidFill>
          <a:latin typeface="+mn-lt"/>
          <a:ea typeface="+mn-ea"/>
          <a:cs typeface="+mn-cs"/>
        </a:defRPr>
      </a:lvl1pPr>
      <a:lvl2pPr marL="952165" algn="l" defTabSz="1904329" rtl="0" eaLnBrk="1" latinLnBrk="0" hangingPunct="1">
        <a:defRPr sz="3749" kern="1200">
          <a:solidFill>
            <a:schemeClr val="tx1"/>
          </a:solidFill>
          <a:latin typeface="+mn-lt"/>
          <a:ea typeface="+mn-ea"/>
          <a:cs typeface="+mn-cs"/>
        </a:defRPr>
      </a:lvl2pPr>
      <a:lvl3pPr marL="1904329" algn="l" defTabSz="1904329" rtl="0" eaLnBrk="1" latinLnBrk="0" hangingPunct="1">
        <a:defRPr sz="3749" kern="1200">
          <a:solidFill>
            <a:schemeClr val="tx1"/>
          </a:solidFill>
          <a:latin typeface="+mn-lt"/>
          <a:ea typeface="+mn-ea"/>
          <a:cs typeface="+mn-cs"/>
        </a:defRPr>
      </a:lvl3pPr>
      <a:lvl4pPr marL="2856494" algn="l" defTabSz="1904329" rtl="0" eaLnBrk="1" latinLnBrk="0" hangingPunct="1">
        <a:defRPr sz="3749" kern="1200">
          <a:solidFill>
            <a:schemeClr val="tx1"/>
          </a:solidFill>
          <a:latin typeface="+mn-lt"/>
          <a:ea typeface="+mn-ea"/>
          <a:cs typeface="+mn-cs"/>
        </a:defRPr>
      </a:lvl4pPr>
      <a:lvl5pPr marL="3808659" algn="l" defTabSz="1904329" rtl="0" eaLnBrk="1" latinLnBrk="0" hangingPunct="1">
        <a:defRPr sz="3749" kern="1200">
          <a:solidFill>
            <a:schemeClr val="tx1"/>
          </a:solidFill>
          <a:latin typeface="+mn-lt"/>
          <a:ea typeface="+mn-ea"/>
          <a:cs typeface="+mn-cs"/>
        </a:defRPr>
      </a:lvl5pPr>
      <a:lvl6pPr marL="4760824" algn="l" defTabSz="1904329" rtl="0" eaLnBrk="1" latinLnBrk="0" hangingPunct="1">
        <a:defRPr sz="3749" kern="1200">
          <a:solidFill>
            <a:schemeClr val="tx1"/>
          </a:solidFill>
          <a:latin typeface="+mn-lt"/>
          <a:ea typeface="+mn-ea"/>
          <a:cs typeface="+mn-cs"/>
        </a:defRPr>
      </a:lvl6pPr>
      <a:lvl7pPr marL="5712988" algn="l" defTabSz="1904329" rtl="0" eaLnBrk="1" latinLnBrk="0" hangingPunct="1">
        <a:defRPr sz="3749" kern="1200">
          <a:solidFill>
            <a:schemeClr val="tx1"/>
          </a:solidFill>
          <a:latin typeface="+mn-lt"/>
          <a:ea typeface="+mn-ea"/>
          <a:cs typeface="+mn-cs"/>
        </a:defRPr>
      </a:lvl7pPr>
      <a:lvl8pPr marL="6665153" algn="l" defTabSz="1904329" rtl="0" eaLnBrk="1" latinLnBrk="0" hangingPunct="1">
        <a:defRPr sz="3749" kern="1200">
          <a:solidFill>
            <a:schemeClr val="tx1"/>
          </a:solidFill>
          <a:latin typeface="+mn-lt"/>
          <a:ea typeface="+mn-ea"/>
          <a:cs typeface="+mn-cs"/>
        </a:defRPr>
      </a:lvl8pPr>
      <a:lvl9pPr marL="7617318" algn="l" defTabSz="1904329" rtl="0" eaLnBrk="1" latinLnBrk="0" hangingPunct="1">
        <a:defRPr sz="37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2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6AEAA7-D9DA-ED2E-B808-A8975630537C}"/>
              </a:ext>
            </a:extLst>
          </p:cNvPr>
          <p:cNvSpPr/>
          <p:nvPr/>
        </p:nvSpPr>
        <p:spPr>
          <a:xfrm>
            <a:off x="-28491924" y="-13962645"/>
            <a:ext cx="13724290" cy="16469146"/>
          </a:xfrm>
          <a:prstGeom prst="roundRect">
            <a:avLst>
              <a:gd name="adj" fmla="val 1783"/>
            </a:avLst>
          </a:prstGeom>
          <a:gradFill flip="none" rotWithShape="1">
            <a:gsLst>
              <a:gs pos="100000">
                <a:srgbClr val="6D1B8D"/>
              </a:gs>
              <a:gs pos="1000">
                <a:srgbClr val="8626A7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4F51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06A50D1-77B2-0B93-A6DC-81B6E42AEF06}"/>
              </a:ext>
            </a:extLst>
          </p:cNvPr>
          <p:cNvSpPr/>
          <p:nvPr/>
        </p:nvSpPr>
        <p:spPr>
          <a:xfrm>
            <a:off x="-14227795" y="-7438795"/>
            <a:ext cx="360902" cy="1027410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3D94CDC-EF92-F7A9-C35E-EF349A7B2372}"/>
              </a:ext>
            </a:extLst>
          </p:cNvPr>
          <p:cNvSpPr/>
          <p:nvPr/>
        </p:nvSpPr>
        <p:spPr>
          <a:xfrm rot="18900000">
            <a:off x="-13755389" y="-7641935"/>
            <a:ext cx="360902" cy="1292188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84924638-C2AF-D4F4-2784-4D03301756D8}"/>
              </a:ext>
            </a:extLst>
          </p:cNvPr>
          <p:cNvSpPr/>
          <p:nvPr/>
        </p:nvSpPr>
        <p:spPr>
          <a:xfrm rot="8556143">
            <a:off x="-14614078" y="-8552852"/>
            <a:ext cx="360902" cy="121403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1765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DD0EA65-82B3-FD3E-C7D2-DA6167F2EBE0}"/>
              </a:ext>
            </a:extLst>
          </p:cNvPr>
          <p:cNvSpPr/>
          <p:nvPr/>
        </p:nvSpPr>
        <p:spPr>
          <a:xfrm rot="13500000">
            <a:off x="-13791185" y="-8491215"/>
            <a:ext cx="360902" cy="1212757"/>
          </a:xfrm>
          <a:prstGeom prst="triangle">
            <a:avLst>
              <a:gd name="adj" fmla="val 49369"/>
            </a:avLst>
          </a:prstGeom>
          <a:gradFill flip="none" rotWithShape="1"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06A5304-EDD0-D3CD-74E4-7672AD41EA10}"/>
              </a:ext>
            </a:extLst>
          </p:cNvPr>
          <p:cNvSpPr/>
          <p:nvPr/>
        </p:nvSpPr>
        <p:spPr>
          <a:xfrm rot="16200000">
            <a:off x="-13683428" y="-7975356"/>
            <a:ext cx="360902" cy="1039754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C1DC89F-18C7-CE94-7B42-FD7903419790}"/>
              </a:ext>
            </a:extLst>
          </p:cNvPr>
          <p:cNvSpPr/>
          <p:nvPr/>
        </p:nvSpPr>
        <p:spPr>
          <a:xfrm rot="5400000">
            <a:off x="-14768083" y="-7970522"/>
            <a:ext cx="360902" cy="1039754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EAF66B5-14FD-4129-B9D7-DA099B0FCAD5}"/>
              </a:ext>
            </a:extLst>
          </p:cNvPr>
          <p:cNvSpPr/>
          <p:nvPr/>
        </p:nvSpPr>
        <p:spPr>
          <a:xfrm rot="3092766">
            <a:off x="-14711622" y="-7658971"/>
            <a:ext cx="360902" cy="1212757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C8E448-A0E4-6155-57E4-A1F7B6799C11}"/>
              </a:ext>
            </a:extLst>
          </p:cNvPr>
          <p:cNvGrpSpPr/>
          <p:nvPr/>
        </p:nvGrpSpPr>
        <p:grpSpPr>
          <a:xfrm>
            <a:off x="6355022" y="8474061"/>
            <a:ext cx="6624799" cy="5946694"/>
            <a:chOff x="1126661" y="2780365"/>
            <a:chExt cx="287411" cy="257992"/>
          </a:xfrm>
          <a:solidFill>
            <a:schemeClr val="bg1">
              <a:lumMod val="9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1B3A944-A4BD-F81B-7CDC-B9C8CBFC9235}"/>
                </a:ext>
              </a:extLst>
            </p:cNvPr>
            <p:cNvSpPr/>
            <p:nvPr/>
          </p:nvSpPr>
          <p:spPr>
            <a:xfrm rot="19800000">
              <a:off x="1126661" y="2780365"/>
              <a:ext cx="158963" cy="249445"/>
            </a:xfrm>
            <a:custGeom>
              <a:avLst/>
              <a:gdLst>
                <a:gd name="csX0" fmla="*/ 155514 w 158963"/>
                <a:gd name="csY0" fmla="*/ 3449 h 249445"/>
                <a:gd name="csX1" fmla="*/ 158963 w 158963"/>
                <a:gd name="csY1" fmla="*/ 11776 h 249445"/>
                <a:gd name="csX2" fmla="*/ 158963 w 158963"/>
                <a:gd name="csY2" fmla="*/ 115250 h 249445"/>
                <a:gd name="csX3" fmla="*/ 44654 w 158963"/>
                <a:gd name="csY3" fmla="*/ 181246 h 249445"/>
                <a:gd name="csX4" fmla="*/ 40293 w 158963"/>
                <a:gd name="csY4" fmla="*/ 197525 h 249445"/>
                <a:gd name="csX5" fmla="*/ 70269 w 158963"/>
                <a:gd name="csY5" fmla="*/ 249445 h 249445"/>
                <a:gd name="csX6" fmla="*/ 11776 w 158963"/>
                <a:gd name="csY6" fmla="*/ 249445 h 249445"/>
                <a:gd name="csX7" fmla="*/ 0 w 158963"/>
                <a:gd name="csY7" fmla="*/ 237669 h 249445"/>
                <a:gd name="csX8" fmla="*/ 0 w 158963"/>
                <a:gd name="csY8" fmla="*/ 11776 h 249445"/>
                <a:gd name="csX9" fmla="*/ 11776 w 158963"/>
                <a:gd name="csY9" fmla="*/ 0 h 249445"/>
                <a:gd name="csX10" fmla="*/ 147187 w 158963"/>
                <a:gd name="csY10" fmla="*/ 0 h 249445"/>
                <a:gd name="csX11" fmla="*/ 155514 w 158963"/>
                <a:gd name="csY11" fmla="*/ 3449 h 249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58963" h="249445">
                  <a:moveTo>
                    <a:pt x="155514" y="3449"/>
                  </a:moveTo>
                  <a:cubicBezTo>
                    <a:pt x="157645" y="5580"/>
                    <a:pt x="158963" y="8524"/>
                    <a:pt x="158963" y="11776"/>
                  </a:cubicBezTo>
                  <a:lnTo>
                    <a:pt x="158963" y="115250"/>
                  </a:lnTo>
                  <a:lnTo>
                    <a:pt x="44654" y="181246"/>
                  </a:lnTo>
                  <a:cubicBezTo>
                    <a:pt x="38954" y="184537"/>
                    <a:pt x="37002" y="191825"/>
                    <a:pt x="40293" y="197525"/>
                  </a:cubicBezTo>
                  <a:lnTo>
                    <a:pt x="70269" y="249445"/>
                  </a:lnTo>
                  <a:lnTo>
                    <a:pt x="11776" y="249445"/>
                  </a:lnTo>
                  <a:cubicBezTo>
                    <a:pt x="5272" y="249445"/>
                    <a:pt x="0" y="244173"/>
                    <a:pt x="0" y="237669"/>
                  </a:cubicBezTo>
                  <a:lnTo>
                    <a:pt x="0" y="11776"/>
                  </a:lnTo>
                  <a:cubicBezTo>
                    <a:pt x="0" y="5272"/>
                    <a:pt x="5272" y="0"/>
                    <a:pt x="11776" y="0"/>
                  </a:cubicBezTo>
                  <a:lnTo>
                    <a:pt x="147187" y="0"/>
                  </a:lnTo>
                  <a:cubicBezTo>
                    <a:pt x="150439" y="0"/>
                    <a:pt x="153383" y="1318"/>
                    <a:pt x="155514" y="344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30D98A-A70F-6DA0-9540-A7A21653FA32}"/>
                </a:ext>
              </a:extLst>
            </p:cNvPr>
            <p:cNvSpPr/>
            <p:nvPr/>
          </p:nvSpPr>
          <p:spPr>
            <a:xfrm rot="1800000">
              <a:off x="1255109" y="2788912"/>
              <a:ext cx="158963" cy="249445"/>
            </a:xfrm>
            <a:prstGeom prst="roundRect">
              <a:avLst>
                <a:gd name="adj" fmla="val 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940BDA-E8B8-B24B-6BF1-02D77ECFAFAE}"/>
              </a:ext>
            </a:extLst>
          </p:cNvPr>
          <p:cNvGrpSpPr/>
          <p:nvPr/>
        </p:nvGrpSpPr>
        <p:grpSpPr>
          <a:xfrm>
            <a:off x="-10026850" y="-6719162"/>
            <a:ext cx="484673" cy="307777"/>
            <a:chOff x="3120699" y="1874043"/>
            <a:chExt cx="484673" cy="3077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AB9EE66-9E42-5782-9E46-95C1F7B9E80E}"/>
                </a:ext>
              </a:extLst>
            </p:cNvPr>
            <p:cNvSpPr txBox="1"/>
            <p:nvPr/>
          </p:nvSpPr>
          <p:spPr>
            <a:xfrm>
              <a:off x="3120699" y="187404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bg1"/>
                  </a:solidFill>
                </a:rPr>
                <a:t>13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07AEFB8-0B99-D412-7638-1481526E5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8706" y="1949771"/>
              <a:ext cx="166666" cy="154333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C398F51-DDB9-4655-93C8-865093EB1746}"/>
              </a:ext>
            </a:extLst>
          </p:cNvPr>
          <p:cNvSpPr/>
          <p:nvPr/>
        </p:nvSpPr>
        <p:spPr>
          <a:xfrm rot="10800000">
            <a:off x="-13302115" y="-8432318"/>
            <a:ext cx="384232" cy="2026434"/>
          </a:xfrm>
          <a:prstGeom prst="rect">
            <a:avLst/>
          </a:prstGeom>
          <a:solidFill>
            <a:srgbClr val="010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3AD0DAC-9714-07E2-8DE9-7B8E3CDCBC55}"/>
              </a:ext>
            </a:extLst>
          </p:cNvPr>
          <p:cNvSpPr/>
          <p:nvPr/>
        </p:nvSpPr>
        <p:spPr>
          <a:xfrm>
            <a:off x="-14440970" y="-8046290"/>
            <a:ext cx="156633" cy="156633"/>
          </a:xfrm>
          <a:prstGeom prst="roundRect">
            <a:avLst>
              <a:gd name="adj" fmla="val 8559"/>
            </a:avLst>
          </a:prstGeom>
          <a:gradFill>
            <a:gsLst>
              <a:gs pos="0">
                <a:srgbClr val="AB42C8"/>
              </a:gs>
              <a:gs pos="100000">
                <a:srgbClr val="9232AC"/>
              </a:gs>
            </a:gsLst>
            <a:path path="circle">
              <a:fillToRect l="50000" t="50000" r="50000" b="50000"/>
            </a:path>
          </a:gra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🗲</a:t>
            </a:r>
            <a:endParaRPr lang="fr-FR" sz="100" dirty="0">
              <a:solidFill>
                <a:schemeClr val="bg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5B5FBEE-3ED1-723D-9D9A-B621CE266A5E}"/>
              </a:ext>
            </a:extLst>
          </p:cNvPr>
          <p:cNvSpPr/>
          <p:nvPr/>
        </p:nvSpPr>
        <p:spPr>
          <a:xfrm>
            <a:off x="-14237711" y="-8044430"/>
            <a:ext cx="156633" cy="156633"/>
          </a:xfrm>
          <a:prstGeom prst="roundRect">
            <a:avLst>
              <a:gd name="adj" fmla="val 8559"/>
            </a:avLst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F</a:t>
            </a:r>
            <a:endParaRPr lang="fr-FR" sz="200" b="1" dirty="0">
              <a:solidFill>
                <a:schemeClr val="bg1"/>
              </a:solidFill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691EBAE3-5FB3-7C22-4A40-4462D4E3D1D5}"/>
              </a:ext>
            </a:extLst>
          </p:cNvPr>
          <p:cNvSpPr/>
          <p:nvPr/>
        </p:nvSpPr>
        <p:spPr>
          <a:xfrm rot="19166888">
            <a:off x="12575571" y="9252106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185B689C-6F0E-EA55-AA40-1E4E6276A27E}"/>
              </a:ext>
            </a:extLst>
          </p:cNvPr>
          <p:cNvSpPr/>
          <p:nvPr/>
        </p:nvSpPr>
        <p:spPr>
          <a:xfrm rot="8469575">
            <a:off x="1622259" y="-3806168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4E8C4EAA-73B7-6F05-297F-0F83EBB513D2}"/>
              </a:ext>
            </a:extLst>
          </p:cNvPr>
          <p:cNvSpPr/>
          <p:nvPr/>
        </p:nvSpPr>
        <p:spPr>
          <a:xfrm rot="13206038">
            <a:off x="12536876" y="-3806168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AA161059-6448-CC6E-2F30-7F068FDD1AB2}"/>
              </a:ext>
            </a:extLst>
          </p:cNvPr>
          <p:cNvSpPr/>
          <p:nvPr/>
        </p:nvSpPr>
        <p:spPr>
          <a:xfrm rot="2421312">
            <a:off x="1489847" y="9373704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5FB2D802-453D-BAF1-3974-168E2D269655}"/>
              </a:ext>
            </a:extLst>
          </p:cNvPr>
          <p:cNvSpPr/>
          <p:nvPr/>
        </p:nvSpPr>
        <p:spPr>
          <a:xfrm rot="5400000">
            <a:off x="-1513038" y="2858917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C883BC38-1382-7912-B574-5EFE0669F4A2}"/>
              </a:ext>
            </a:extLst>
          </p:cNvPr>
          <p:cNvSpPr/>
          <p:nvPr/>
        </p:nvSpPr>
        <p:spPr>
          <a:xfrm rot="16200000">
            <a:off x="15579156" y="2810219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0294F310-F96B-B5DA-E743-723AD5535BCF}"/>
              </a:ext>
            </a:extLst>
          </p:cNvPr>
          <p:cNvSpPr/>
          <p:nvPr/>
        </p:nvSpPr>
        <p:spPr>
          <a:xfrm rot="10800000">
            <a:off x="6999811" y="-5728071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6301E900-B826-1BC2-369C-D87F5133C284}"/>
              </a:ext>
            </a:extLst>
          </p:cNvPr>
          <p:cNvSpPr/>
          <p:nvPr/>
        </p:nvSpPr>
        <p:spPr>
          <a:xfrm>
            <a:off x="7048798" y="11420090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1D8C76-5BA6-22A8-FC21-B330E0CF74E9}"/>
              </a:ext>
            </a:extLst>
          </p:cNvPr>
          <p:cNvSpPr txBox="1"/>
          <p:nvPr/>
        </p:nvSpPr>
        <p:spPr>
          <a:xfrm>
            <a:off x="3482968" y="591887"/>
            <a:ext cx="1225656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0" b="1" dirty="0">
                <a:solidFill>
                  <a:schemeClr val="bg1"/>
                </a:solidFill>
                <a:latin typeface="Acumin Pro ExtraCondensed" panose="020B0508020202090204" pitchFamily="34" charset="0"/>
              </a:rPr>
              <a:t>ARENA #001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D1B4858-6E54-B942-254A-3F5FEE447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252" y="16715228"/>
            <a:ext cx="1734159" cy="160583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A89E8F3-37C7-E62C-A224-E11180422FF9}"/>
              </a:ext>
            </a:extLst>
          </p:cNvPr>
          <p:cNvSpPr txBox="1"/>
          <p:nvPr/>
        </p:nvSpPr>
        <p:spPr>
          <a:xfrm>
            <a:off x="7170265" y="16236408"/>
            <a:ext cx="226536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0" b="1" dirty="0">
                <a:solidFill>
                  <a:schemeClr val="bg1"/>
                </a:solidFill>
              </a:rPr>
              <a:t>13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1C2435-AF70-3A27-3B1F-CA1D92827DE5}"/>
              </a:ext>
            </a:extLst>
          </p:cNvPr>
          <p:cNvGrpSpPr/>
          <p:nvPr/>
        </p:nvGrpSpPr>
        <p:grpSpPr>
          <a:xfrm>
            <a:off x="2026441" y="19767600"/>
            <a:ext cx="15285503" cy="1509246"/>
            <a:chOff x="383656" y="3235474"/>
            <a:chExt cx="1131894" cy="1117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33A0F71-F9A8-363F-46AF-2616537B1473}"/>
                </a:ext>
              </a:extLst>
            </p:cNvPr>
            <p:cNvSpPr/>
            <p:nvPr/>
          </p:nvSpPr>
          <p:spPr>
            <a:xfrm>
              <a:off x="383656" y="3235474"/>
              <a:ext cx="111760" cy="111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D73D01-0320-3F76-589F-CD119E875822}"/>
                </a:ext>
              </a:extLst>
            </p:cNvPr>
            <p:cNvSpPr/>
            <p:nvPr/>
          </p:nvSpPr>
          <p:spPr>
            <a:xfrm>
              <a:off x="510623" y="3235474"/>
              <a:ext cx="111760" cy="111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B1D342B-BF31-C3AC-D2FF-080DC4A1E91D}"/>
                </a:ext>
              </a:extLst>
            </p:cNvPr>
            <p:cNvSpPr/>
            <p:nvPr/>
          </p:nvSpPr>
          <p:spPr>
            <a:xfrm>
              <a:off x="637590" y="3235474"/>
              <a:ext cx="111760" cy="111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945C177-ACC9-57FD-CFF7-07897B64B5F9}"/>
                </a:ext>
              </a:extLst>
            </p:cNvPr>
            <p:cNvSpPr/>
            <p:nvPr/>
          </p:nvSpPr>
          <p:spPr>
            <a:xfrm>
              <a:off x="764557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301E3E7-5743-8420-FE0A-0BA77382B694}"/>
                </a:ext>
              </a:extLst>
            </p:cNvPr>
            <p:cNvSpPr/>
            <p:nvPr/>
          </p:nvSpPr>
          <p:spPr>
            <a:xfrm>
              <a:off x="891524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0D47F55-9C28-AB91-22DB-4F08DBF1B405}"/>
                </a:ext>
              </a:extLst>
            </p:cNvPr>
            <p:cNvSpPr/>
            <p:nvPr/>
          </p:nvSpPr>
          <p:spPr>
            <a:xfrm>
              <a:off x="1018491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DEF6D83-059C-0CF9-F650-D05E91ADDC8E}"/>
                </a:ext>
              </a:extLst>
            </p:cNvPr>
            <p:cNvSpPr/>
            <p:nvPr/>
          </p:nvSpPr>
          <p:spPr>
            <a:xfrm>
              <a:off x="1145458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F285F9A-AABE-9ACB-BF7C-C1072E121FAD}"/>
                </a:ext>
              </a:extLst>
            </p:cNvPr>
            <p:cNvSpPr/>
            <p:nvPr/>
          </p:nvSpPr>
          <p:spPr>
            <a:xfrm>
              <a:off x="1274624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DBCA562-1116-BD11-7A29-C3EEA42B13F3}"/>
                </a:ext>
              </a:extLst>
            </p:cNvPr>
            <p:cNvSpPr/>
            <p:nvPr/>
          </p:nvSpPr>
          <p:spPr>
            <a:xfrm>
              <a:off x="1403790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077085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29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87B5B-FE8E-5DE8-34C4-07C304B3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A2EDE9-FBAC-6C00-B290-234A25CA0D5E}"/>
              </a:ext>
            </a:extLst>
          </p:cNvPr>
          <p:cNvSpPr/>
          <p:nvPr/>
        </p:nvSpPr>
        <p:spPr>
          <a:xfrm>
            <a:off x="-28491924" y="-13962645"/>
            <a:ext cx="13724290" cy="16469146"/>
          </a:xfrm>
          <a:prstGeom prst="roundRect">
            <a:avLst>
              <a:gd name="adj" fmla="val 1783"/>
            </a:avLst>
          </a:prstGeom>
          <a:gradFill flip="none" rotWithShape="1">
            <a:gsLst>
              <a:gs pos="100000">
                <a:srgbClr val="6D1B8D"/>
              </a:gs>
              <a:gs pos="1000">
                <a:srgbClr val="8626A7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4F51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682DCCBD-4AD2-727D-4CE0-2591E708422B}"/>
              </a:ext>
            </a:extLst>
          </p:cNvPr>
          <p:cNvSpPr/>
          <p:nvPr/>
        </p:nvSpPr>
        <p:spPr>
          <a:xfrm>
            <a:off x="-14227795" y="-7438795"/>
            <a:ext cx="360902" cy="1027410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166D1AF8-D725-B9A8-1A81-0F66423AB69A}"/>
              </a:ext>
            </a:extLst>
          </p:cNvPr>
          <p:cNvSpPr/>
          <p:nvPr/>
        </p:nvSpPr>
        <p:spPr>
          <a:xfrm rot="18900000">
            <a:off x="-13755389" y="-7641935"/>
            <a:ext cx="360902" cy="1292188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EE87790-BA92-4104-1AC2-4A285B9887B8}"/>
              </a:ext>
            </a:extLst>
          </p:cNvPr>
          <p:cNvSpPr/>
          <p:nvPr/>
        </p:nvSpPr>
        <p:spPr>
          <a:xfrm rot="8556143">
            <a:off x="-14614078" y="-8552852"/>
            <a:ext cx="360902" cy="121403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1765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1A2837F7-D30E-9C77-8256-59A77F3CD63D}"/>
              </a:ext>
            </a:extLst>
          </p:cNvPr>
          <p:cNvSpPr/>
          <p:nvPr/>
        </p:nvSpPr>
        <p:spPr>
          <a:xfrm rot="13500000">
            <a:off x="-13791185" y="-8491215"/>
            <a:ext cx="360902" cy="1212757"/>
          </a:xfrm>
          <a:prstGeom prst="triangle">
            <a:avLst>
              <a:gd name="adj" fmla="val 49369"/>
            </a:avLst>
          </a:prstGeom>
          <a:gradFill flip="none" rotWithShape="1"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B54107FB-820C-C372-7B33-8CD833AB4998}"/>
              </a:ext>
            </a:extLst>
          </p:cNvPr>
          <p:cNvSpPr/>
          <p:nvPr/>
        </p:nvSpPr>
        <p:spPr>
          <a:xfrm rot="16200000">
            <a:off x="-13683428" y="-7975356"/>
            <a:ext cx="360902" cy="1039754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C1F149D-32C9-3A1B-899C-01EE7252FEEE}"/>
              </a:ext>
            </a:extLst>
          </p:cNvPr>
          <p:cNvSpPr/>
          <p:nvPr/>
        </p:nvSpPr>
        <p:spPr>
          <a:xfrm rot="5400000">
            <a:off x="-14768083" y="-7970522"/>
            <a:ext cx="360902" cy="1039754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1E28AF6-E672-C3F0-05C8-C487AEABC6F2}"/>
              </a:ext>
            </a:extLst>
          </p:cNvPr>
          <p:cNvSpPr/>
          <p:nvPr/>
        </p:nvSpPr>
        <p:spPr>
          <a:xfrm rot="3092766">
            <a:off x="-14711622" y="-7658971"/>
            <a:ext cx="360902" cy="1212757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E663D8-1637-AF3B-E8A2-16839B107288}"/>
              </a:ext>
            </a:extLst>
          </p:cNvPr>
          <p:cNvGrpSpPr/>
          <p:nvPr/>
        </p:nvGrpSpPr>
        <p:grpSpPr>
          <a:xfrm>
            <a:off x="-22133135" y="5598544"/>
            <a:ext cx="6624799" cy="5946694"/>
            <a:chOff x="1126661" y="2780365"/>
            <a:chExt cx="287411" cy="257992"/>
          </a:xfrm>
          <a:solidFill>
            <a:schemeClr val="bg1">
              <a:lumMod val="9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163DC2A-82C0-C922-D527-6DA5A43BBBCC}"/>
                </a:ext>
              </a:extLst>
            </p:cNvPr>
            <p:cNvSpPr/>
            <p:nvPr/>
          </p:nvSpPr>
          <p:spPr>
            <a:xfrm rot="19800000">
              <a:off x="1126661" y="2780365"/>
              <a:ext cx="158963" cy="249445"/>
            </a:xfrm>
            <a:custGeom>
              <a:avLst/>
              <a:gdLst>
                <a:gd name="csX0" fmla="*/ 155514 w 158963"/>
                <a:gd name="csY0" fmla="*/ 3449 h 249445"/>
                <a:gd name="csX1" fmla="*/ 158963 w 158963"/>
                <a:gd name="csY1" fmla="*/ 11776 h 249445"/>
                <a:gd name="csX2" fmla="*/ 158963 w 158963"/>
                <a:gd name="csY2" fmla="*/ 115250 h 249445"/>
                <a:gd name="csX3" fmla="*/ 44654 w 158963"/>
                <a:gd name="csY3" fmla="*/ 181246 h 249445"/>
                <a:gd name="csX4" fmla="*/ 40293 w 158963"/>
                <a:gd name="csY4" fmla="*/ 197525 h 249445"/>
                <a:gd name="csX5" fmla="*/ 70269 w 158963"/>
                <a:gd name="csY5" fmla="*/ 249445 h 249445"/>
                <a:gd name="csX6" fmla="*/ 11776 w 158963"/>
                <a:gd name="csY6" fmla="*/ 249445 h 249445"/>
                <a:gd name="csX7" fmla="*/ 0 w 158963"/>
                <a:gd name="csY7" fmla="*/ 237669 h 249445"/>
                <a:gd name="csX8" fmla="*/ 0 w 158963"/>
                <a:gd name="csY8" fmla="*/ 11776 h 249445"/>
                <a:gd name="csX9" fmla="*/ 11776 w 158963"/>
                <a:gd name="csY9" fmla="*/ 0 h 249445"/>
                <a:gd name="csX10" fmla="*/ 147187 w 158963"/>
                <a:gd name="csY10" fmla="*/ 0 h 249445"/>
                <a:gd name="csX11" fmla="*/ 155514 w 158963"/>
                <a:gd name="csY11" fmla="*/ 3449 h 249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58963" h="249445">
                  <a:moveTo>
                    <a:pt x="155514" y="3449"/>
                  </a:moveTo>
                  <a:cubicBezTo>
                    <a:pt x="157645" y="5580"/>
                    <a:pt x="158963" y="8524"/>
                    <a:pt x="158963" y="11776"/>
                  </a:cubicBezTo>
                  <a:lnTo>
                    <a:pt x="158963" y="115250"/>
                  </a:lnTo>
                  <a:lnTo>
                    <a:pt x="44654" y="181246"/>
                  </a:lnTo>
                  <a:cubicBezTo>
                    <a:pt x="38954" y="184537"/>
                    <a:pt x="37002" y="191825"/>
                    <a:pt x="40293" y="197525"/>
                  </a:cubicBezTo>
                  <a:lnTo>
                    <a:pt x="70269" y="249445"/>
                  </a:lnTo>
                  <a:lnTo>
                    <a:pt x="11776" y="249445"/>
                  </a:lnTo>
                  <a:cubicBezTo>
                    <a:pt x="5272" y="249445"/>
                    <a:pt x="0" y="244173"/>
                    <a:pt x="0" y="237669"/>
                  </a:cubicBezTo>
                  <a:lnTo>
                    <a:pt x="0" y="11776"/>
                  </a:lnTo>
                  <a:cubicBezTo>
                    <a:pt x="0" y="5272"/>
                    <a:pt x="5272" y="0"/>
                    <a:pt x="11776" y="0"/>
                  </a:cubicBezTo>
                  <a:lnTo>
                    <a:pt x="147187" y="0"/>
                  </a:lnTo>
                  <a:cubicBezTo>
                    <a:pt x="150439" y="0"/>
                    <a:pt x="153383" y="1318"/>
                    <a:pt x="155514" y="344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7467576-1D65-DD33-4BDD-254EC9DC00B5}"/>
                </a:ext>
              </a:extLst>
            </p:cNvPr>
            <p:cNvSpPr/>
            <p:nvPr/>
          </p:nvSpPr>
          <p:spPr>
            <a:xfrm rot="1800000">
              <a:off x="1255109" y="2788912"/>
              <a:ext cx="158963" cy="249445"/>
            </a:xfrm>
            <a:prstGeom prst="roundRect">
              <a:avLst>
                <a:gd name="adj" fmla="val 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6899526-D586-54D6-633A-6FFD688DB83B}"/>
              </a:ext>
            </a:extLst>
          </p:cNvPr>
          <p:cNvSpPr txBox="1"/>
          <p:nvPr/>
        </p:nvSpPr>
        <p:spPr>
          <a:xfrm>
            <a:off x="-14515872" y="-8374768"/>
            <a:ext cx="961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Acumin Pro ExtraCondensed" panose="020B0508020202090204" pitchFamily="34" charset="0"/>
              </a:rPr>
              <a:t>ARENA #001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FBCF47E-4CB0-579D-E249-43A0E11A247F}"/>
              </a:ext>
            </a:extLst>
          </p:cNvPr>
          <p:cNvGrpSpPr/>
          <p:nvPr/>
        </p:nvGrpSpPr>
        <p:grpSpPr>
          <a:xfrm>
            <a:off x="-14310092" y="-7089348"/>
            <a:ext cx="484673" cy="307777"/>
            <a:chOff x="3120699" y="1874043"/>
            <a:chExt cx="484673" cy="3077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1ACA05-8D38-7364-7C2C-9FED404479FB}"/>
                </a:ext>
              </a:extLst>
            </p:cNvPr>
            <p:cNvSpPr txBox="1"/>
            <p:nvPr/>
          </p:nvSpPr>
          <p:spPr>
            <a:xfrm>
              <a:off x="3120699" y="187404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bg1"/>
                  </a:solidFill>
                </a:rPr>
                <a:t>13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04588CC-2BD1-F2B0-F22F-A655B0ED1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8706" y="1949771"/>
              <a:ext cx="166666" cy="154333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D94596E-EFFF-FF1D-9990-F2131BE4D37A}"/>
              </a:ext>
            </a:extLst>
          </p:cNvPr>
          <p:cNvSpPr/>
          <p:nvPr/>
        </p:nvSpPr>
        <p:spPr>
          <a:xfrm rot="10800000">
            <a:off x="-13302115" y="-8432318"/>
            <a:ext cx="384232" cy="2026434"/>
          </a:xfrm>
          <a:prstGeom prst="rect">
            <a:avLst/>
          </a:prstGeom>
          <a:solidFill>
            <a:srgbClr val="010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20EB211-F457-7D19-E9DF-E2E9EB6A48A7}"/>
              </a:ext>
            </a:extLst>
          </p:cNvPr>
          <p:cNvSpPr/>
          <p:nvPr/>
        </p:nvSpPr>
        <p:spPr>
          <a:xfrm>
            <a:off x="-14440970" y="-8046290"/>
            <a:ext cx="156633" cy="156633"/>
          </a:xfrm>
          <a:prstGeom prst="roundRect">
            <a:avLst>
              <a:gd name="adj" fmla="val 8559"/>
            </a:avLst>
          </a:prstGeom>
          <a:gradFill>
            <a:gsLst>
              <a:gs pos="0">
                <a:srgbClr val="AB42C8"/>
              </a:gs>
              <a:gs pos="100000">
                <a:srgbClr val="9232AC"/>
              </a:gs>
            </a:gsLst>
            <a:path path="circle">
              <a:fillToRect l="50000" t="50000" r="50000" b="50000"/>
            </a:path>
          </a:gra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🗲</a:t>
            </a:r>
            <a:endParaRPr lang="fr-FR" sz="100" dirty="0">
              <a:solidFill>
                <a:schemeClr val="bg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0B26FD8-8DA8-A47A-E763-F4D270CF7178}"/>
              </a:ext>
            </a:extLst>
          </p:cNvPr>
          <p:cNvGrpSpPr/>
          <p:nvPr/>
        </p:nvGrpSpPr>
        <p:grpSpPr>
          <a:xfrm>
            <a:off x="-14650564" y="-6749486"/>
            <a:ext cx="1131894" cy="111760"/>
            <a:chOff x="383656" y="3235474"/>
            <a:chExt cx="1131894" cy="1117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9EC5AC7-04B4-FA3E-B576-D95372490DC5}"/>
                </a:ext>
              </a:extLst>
            </p:cNvPr>
            <p:cNvSpPr/>
            <p:nvPr/>
          </p:nvSpPr>
          <p:spPr>
            <a:xfrm>
              <a:off x="383656" y="3235474"/>
              <a:ext cx="111760" cy="111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1DC7C11-9C90-4112-73D5-8AF3D054C5C2}"/>
                </a:ext>
              </a:extLst>
            </p:cNvPr>
            <p:cNvSpPr/>
            <p:nvPr/>
          </p:nvSpPr>
          <p:spPr>
            <a:xfrm>
              <a:off x="510623" y="3235474"/>
              <a:ext cx="111760" cy="111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A9DC84-A81E-EA06-7C1A-AF107C3BB5DE}"/>
                </a:ext>
              </a:extLst>
            </p:cNvPr>
            <p:cNvSpPr/>
            <p:nvPr/>
          </p:nvSpPr>
          <p:spPr>
            <a:xfrm>
              <a:off x="637590" y="3235474"/>
              <a:ext cx="111760" cy="111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3F4D762-7F0B-ABB8-311B-8AD40C9C2F7D}"/>
                </a:ext>
              </a:extLst>
            </p:cNvPr>
            <p:cNvSpPr/>
            <p:nvPr/>
          </p:nvSpPr>
          <p:spPr>
            <a:xfrm>
              <a:off x="764557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5DBD983-1723-43DD-4D8A-4B57152FA3F4}"/>
                </a:ext>
              </a:extLst>
            </p:cNvPr>
            <p:cNvSpPr/>
            <p:nvPr/>
          </p:nvSpPr>
          <p:spPr>
            <a:xfrm>
              <a:off x="891524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684900A-53A7-56DF-B8F7-82181BF8B547}"/>
                </a:ext>
              </a:extLst>
            </p:cNvPr>
            <p:cNvSpPr/>
            <p:nvPr/>
          </p:nvSpPr>
          <p:spPr>
            <a:xfrm>
              <a:off x="1018491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A328294-8D44-AD0B-4AA4-7110C0F5D7BE}"/>
                </a:ext>
              </a:extLst>
            </p:cNvPr>
            <p:cNvSpPr/>
            <p:nvPr/>
          </p:nvSpPr>
          <p:spPr>
            <a:xfrm>
              <a:off x="1145458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FD41BEA-36CD-76E3-2EF4-4C45C299CCBE}"/>
                </a:ext>
              </a:extLst>
            </p:cNvPr>
            <p:cNvSpPr/>
            <p:nvPr/>
          </p:nvSpPr>
          <p:spPr>
            <a:xfrm>
              <a:off x="1274624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7DD3EB1-C359-8AEA-A060-86C393AC0F5D}"/>
                </a:ext>
              </a:extLst>
            </p:cNvPr>
            <p:cNvSpPr/>
            <p:nvPr/>
          </p:nvSpPr>
          <p:spPr>
            <a:xfrm>
              <a:off x="1403790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4650993-0A1A-BAD8-CB17-76DC4D00254A}"/>
              </a:ext>
            </a:extLst>
          </p:cNvPr>
          <p:cNvSpPr/>
          <p:nvPr/>
        </p:nvSpPr>
        <p:spPr>
          <a:xfrm>
            <a:off x="-14237711" y="-8044430"/>
            <a:ext cx="156633" cy="156633"/>
          </a:xfrm>
          <a:prstGeom prst="roundRect">
            <a:avLst>
              <a:gd name="adj" fmla="val 8559"/>
            </a:avLst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F</a:t>
            </a:r>
            <a:endParaRPr lang="fr-FR" sz="200" b="1" dirty="0">
              <a:solidFill>
                <a:schemeClr val="bg1"/>
              </a:solidFill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2C05BD92-8BC6-73C5-3E1E-8E66CE48F7D5}"/>
              </a:ext>
            </a:extLst>
          </p:cNvPr>
          <p:cNvSpPr/>
          <p:nvPr/>
        </p:nvSpPr>
        <p:spPr>
          <a:xfrm rot="19166888">
            <a:off x="12575571" y="9252106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ADCF1846-720B-8B40-F9E8-F0B5E7CBE996}"/>
              </a:ext>
            </a:extLst>
          </p:cNvPr>
          <p:cNvSpPr/>
          <p:nvPr/>
        </p:nvSpPr>
        <p:spPr>
          <a:xfrm rot="8469575">
            <a:off x="1622259" y="-3806168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2ADFBE53-47F1-989F-35B3-FAE4D969549A}"/>
              </a:ext>
            </a:extLst>
          </p:cNvPr>
          <p:cNvSpPr/>
          <p:nvPr/>
        </p:nvSpPr>
        <p:spPr>
          <a:xfrm rot="13206038">
            <a:off x="12536876" y="-3806168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5FEEE601-9B5A-0E03-6C27-8A48B2D1D0F0}"/>
              </a:ext>
            </a:extLst>
          </p:cNvPr>
          <p:cNvSpPr/>
          <p:nvPr/>
        </p:nvSpPr>
        <p:spPr>
          <a:xfrm rot="2421312">
            <a:off x="1489847" y="9373704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468FA0A-173E-28C2-631E-712F216A7C0C}"/>
              </a:ext>
            </a:extLst>
          </p:cNvPr>
          <p:cNvSpPr/>
          <p:nvPr/>
        </p:nvSpPr>
        <p:spPr>
          <a:xfrm rot="5400000">
            <a:off x="-1513038" y="2858917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0AA71F3C-B561-D503-107C-513DC0BF3526}"/>
              </a:ext>
            </a:extLst>
          </p:cNvPr>
          <p:cNvSpPr/>
          <p:nvPr/>
        </p:nvSpPr>
        <p:spPr>
          <a:xfrm rot="16200000">
            <a:off x="15579156" y="2810219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EE0C1E4F-E3F5-3B93-E2FE-D529D1E61608}"/>
              </a:ext>
            </a:extLst>
          </p:cNvPr>
          <p:cNvSpPr/>
          <p:nvPr/>
        </p:nvSpPr>
        <p:spPr>
          <a:xfrm rot="10800000">
            <a:off x="6999811" y="-5728071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17C8649F-2843-43F3-C204-70BB8A693940}"/>
              </a:ext>
            </a:extLst>
          </p:cNvPr>
          <p:cNvSpPr/>
          <p:nvPr/>
        </p:nvSpPr>
        <p:spPr>
          <a:xfrm>
            <a:off x="7048798" y="11420090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81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2B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0EE2AD-5A3B-ACBF-2BC4-538AA804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B69368-2BF2-2AE5-BD9F-38D9F7FE26FD}"/>
              </a:ext>
            </a:extLst>
          </p:cNvPr>
          <p:cNvSpPr/>
          <p:nvPr/>
        </p:nvSpPr>
        <p:spPr>
          <a:xfrm>
            <a:off x="-28491924" y="-13962645"/>
            <a:ext cx="13724290" cy="16469146"/>
          </a:xfrm>
          <a:prstGeom prst="roundRect">
            <a:avLst>
              <a:gd name="adj" fmla="val 1783"/>
            </a:avLst>
          </a:prstGeom>
          <a:gradFill flip="none" rotWithShape="1">
            <a:gsLst>
              <a:gs pos="100000">
                <a:srgbClr val="6D1B8D"/>
              </a:gs>
              <a:gs pos="1000">
                <a:srgbClr val="8626A7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4F51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6CBFDE4-3633-CBB0-660E-52262B7AF3CE}"/>
              </a:ext>
            </a:extLst>
          </p:cNvPr>
          <p:cNvSpPr/>
          <p:nvPr/>
        </p:nvSpPr>
        <p:spPr>
          <a:xfrm>
            <a:off x="-14227795" y="-7438795"/>
            <a:ext cx="360902" cy="1027410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58B579E-E9B6-0655-9CB9-C1950CA531DD}"/>
              </a:ext>
            </a:extLst>
          </p:cNvPr>
          <p:cNvSpPr/>
          <p:nvPr/>
        </p:nvSpPr>
        <p:spPr>
          <a:xfrm rot="18900000">
            <a:off x="-13755389" y="-7641935"/>
            <a:ext cx="360902" cy="1292188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E7E1D166-858B-9397-B827-F033C37C5A59}"/>
              </a:ext>
            </a:extLst>
          </p:cNvPr>
          <p:cNvSpPr/>
          <p:nvPr/>
        </p:nvSpPr>
        <p:spPr>
          <a:xfrm rot="8556143">
            <a:off x="-14614078" y="-8552852"/>
            <a:ext cx="360902" cy="121403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1765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A907536-EB82-2F6F-B32C-53E67321BED4}"/>
              </a:ext>
            </a:extLst>
          </p:cNvPr>
          <p:cNvSpPr/>
          <p:nvPr/>
        </p:nvSpPr>
        <p:spPr>
          <a:xfrm rot="13500000">
            <a:off x="-13791185" y="-8491215"/>
            <a:ext cx="360902" cy="1212757"/>
          </a:xfrm>
          <a:prstGeom prst="triangle">
            <a:avLst>
              <a:gd name="adj" fmla="val 49369"/>
            </a:avLst>
          </a:prstGeom>
          <a:gradFill flip="none" rotWithShape="1"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9E97A2CF-010D-9E57-CA4E-9F02FADFA15B}"/>
              </a:ext>
            </a:extLst>
          </p:cNvPr>
          <p:cNvSpPr/>
          <p:nvPr/>
        </p:nvSpPr>
        <p:spPr>
          <a:xfrm rot="16200000">
            <a:off x="-13683428" y="-7975356"/>
            <a:ext cx="360902" cy="1039754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7B60AB22-18BE-3EE8-00F0-27E8564537AF}"/>
              </a:ext>
            </a:extLst>
          </p:cNvPr>
          <p:cNvSpPr/>
          <p:nvPr/>
        </p:nvSpPr>
        <p:spPr>
          <a:xfrm rot="5400000">
            <a:off x="-14768083" y="-7970522"/>
            <a:ext cx="360902" cy="1039754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F18C80F-A28D-9EEB-9AEA-2CD58309289A}"/>
              </a:ext>
            </a:extLst>
          </p:cNvPr>
          <p:cNvSpPr/>
          <p:nvPr/>
        </p:nvSpPr>
        <p:spPr>
          <a:xfrm rot="3092766">
            <a:off x="-14711622" y="-7658971"/>
            <a:ext cx="360902" cy="1212757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5A1579">
                  <a:alpha val="0"/>
                </a:srgbClr>
              </a:gs>
              <a:gs pos="64000">
                <a:srgbClr val="5A1579">
                  <a:alpha val="9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74EBB4-9EEF-5AC1-1593-81CB06F29986}"/>
              </a:ext>
            </a:extLst>
          </p:cNvPr>
          <p:cNvGrpSpPr/>
          <p:nvPr/>
        </p:nvGrpSpPr>
        <p:grpSpPr>
          <a:xfrm>
            <a:off x="-22133135" y="5598544"/>
            <a:ext cx="6624799" cy="5946694"/>
            <a:chOff x="1126661" y="2780365"/>
            <a:chExt cx="287411" cy="257992"/>
          </a:xfrm>
          <a:solidFill>
            <a:schemeClr val="bg1">
              <a:lumMod val="9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B231DC-2B76-F8F9-45D2-0AFB2B636C31}"/>
                </a:ext>
              </a:extLst>
            </p:cNvPr>
            <p:cNvSpPr/>
            <p:nvPr/>
          </p:nvSpPr>
          <p:spPr>
            <a:xfrm rot="19800000">
              <a:off x="1126661" y="2780365"/>
              <a:ext cx="158963" cy="249445"/>
            </a:xfrm>
            <a:custGeom>
              <a:avLst/>
              <a:gdLst>
                <a:gd name="csX0" fmla="*/ 155514 w 158963"/>
                <a:gd name="csY0" fmla="*/ 3449 h 249445"/>
                <a:gd name="csX1" fmla="*/ 158963 w 158963"/>
                <a:gd name="csY1" fmla="*/ 11776 h 249445"/>
                <a:gd name="csX2" fmla="*/ 158963 w 158963"/>
                <a:gd name="csY2" fmla="*/ 115250 h 249445"/>
                <a:gd name="csX3" fmla="*/ 44654 w 158963"/>
                <a:gd name="csY3" fmla="*/ 181246 h 249445"/>
                <a:gd name="csX4" fmla="*/ 40293 w 158963"/>
                <a:gd name="csY4" fmla="*/ 197525 h 249445"/>
                <a:gd name="csX5" fmla="*/ 70269 w 158963"/>
                <a:gd name="csY5" fmla="*/ 249445 h 249445"/>
                <a:gd name="csX6" fmla="*/ 11776 w 158963"/>
                <a:gd name="csY6" fmla="*/ 249445 h 249445"/>
                <a:gd name="csX7" fmla="*/ 0 w 158963"/>
                <a:gd name="csY7" fmla="*/ 237669 h 249445"/>
                <a:gd name="csX8" fmla="*/ 0 w 158963"/>
                <a:gd name="csY8" fmla="*/ 11776 h 249445"/>
                <a:gd name="csX9" fmla="*/ 11776 w 158963"/>
                <a:gd name="csY9" fmla="*/ 0 h 249445"/>
                <a:gd name="csX10" fmla="*/ 147187 w 158963"/>
                <a:gd name="csY10" fmla="*/ 0 h 249445"/>
                <a:gd name="csX11" fmla="*/ 155514 w 158963"/>
                <a:gd name="csY11" fmla="*/ 3449 h 249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58963" h="249445">
                  <a:moveTo>
                    <a:pt x="155514" y="3449"/>
                  </a:moveTo>
                  <a:cubicBezTo>
                    <a:pt x="157645" y="5580"/>
                    <a:pt x="158963" y="8524"/>
                    <a:pt x="158963" y="11776"/>
                  </a:cubicBezTo>
                  <a:lnTo>
                    <a:pt x="158963" y="115250"/>
                  </a:lnTo>
                  <a:lnTo>
                    <a:pt x="44654" y="181246"/>
                  </a:lnTo>
                  <a:cubicBezTo>
                    <a:pt x="38954" y="184537"/>
                    <a:pt x="37002" y="191825"/>
                    <a:pt x="40293" y="197525"/>
                  </a:cubicBezTo>
                  <a:lnTo>
                    <a:pt x="70269" y="249445"/>
                  </a:lnTo>
                  <a:lnTo>
                    <a:pt x="11776" y="249445"/>
                  </a:lnTo>
                  <a:cubicBezTo>
                    <a:pt x="5272" y="249445"/>
                    <a:pt x="0" y="244173"/>
                    <a:pt x="0" y="237669"/>
                  </a:cubicBezTo>
                  <a:lnTo>
                    <a:pt x="0" y="11776"/>
                  </a:lnTo>
                  <a:cubicBezTo>
                    <a:pt x="0" y="5272"/>
                    <a:pt x="5272" y="0"/>
                    <a:pt x="11776" y="0"/>
                  </a:cubicBezTo>
                  <a:lnTo>
                    <a:pt x="147187" y="0"/>
                  </a:lnTo>
                  <a:cubicBezTo>
                    <a:pt x="150439" y="0"/>
                    <a:pt x="153383" y="1318"/>
                    <a:pt x="155514" y="344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751A330-7A18-05BD-42C3-B69A8AD4E2F5}"/>
                </a:ext>
              </a:extLst>
            </p:cNvPr>
            <p:cNvSpPr/>
            <p:nvPr/>
          </p:nvSpPr>
          <p:spPr>
            <a:xfrm rot="1800000">
              <a:off x="1255109" y="2788912"/>
              <a:ext cx="158963" cy="249445"/>
            </a:xfrm>
            <a:prstGeom prst="roundRect">
              <a:avLst>
                <a:gd name="adj" fmla="val 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CC2C99C-8C69-AF1B-4DA3-34212F6C08DC}"/>
              </a:ext>
            </a:extLst>
          </p:cNvPr>
          <p:cNvSpPr txBox="1"/>
          <p:nvPr/>
        </p:nvSpPr>
        <p:spPr>
          <a:xfrm>
            <a:off x="-14515872" y="-8374768"/>
            <a:ext cx="961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Acumin Pro ExtraCondensed" panose="020B0508020202090204" pitchFamily="34" charset="0"/>
              </a:rPr>
              <a:t>ARENA #001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140B6C-C946-59BF-7ACB-27FC5A4CFCF1}"/>
              </a:ext>
            </a:extLst>
          </p:cNvPr>
          <p:cNvGrpSpPr/>
          <p:nvPr/>
        </p:nvGrpSpPr>
        <p:grpSpPr>
          <a:xfrm>
            <a:off x="-14310092" y="-7089348"/>
            <a:ext cx="484673" cy="307777"/>
            <a:chOff x="3120699" y="1874043"/>
            <a:chExt cx="484673" cy="3077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63E9E9-4E41-637B-435F-37BB9155726A}"/>
                </a:ext>
              </a:extLst>
            </p:cNvPr>
            <p:cNvSpPr txBox="1"/>
            <p:nvPr/>
          </p:nvSpPr>
          <p:spPr>
            <a:xfrm>
              <a:off x="3120699" y="187404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bg1"/>
                  </a:solidFill>
                </a:rPr>
                <a:t>13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FC50F0C-0F41-601B-3EE6-F1127A39D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8706" y="1949771"/>
              <a:ext cx="166666" cy="154333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E947288-600B-B3F6-DB5E-BEC5A30DED92}"/>
              </a:ext>
            </a:extLst>
          </p:cNvPr>
          <p:cNvSpPr/>
          <p:nvPr/>
        </p:nvSpPr>
        <p:spPr>
          <a:xfrm rot="10800000">
            <a:off x="-13302115" y="-8432318"/>
            <a:ext cx="384232" cy="2026434"/>
          </a:xfrm>
          <a:prstGeom prst="rect">
            <a:avLst/>
          </a:prstGeom>
          <a:solidFill>
            <a:srgbClr val="010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E529D11-3F97-128A-7A27-E6236011680F}"/>
              </a:ext>
            </a:extLst>
          </p:cNvPr>
          <p:cNvSpPr/>
          <p:nvPr/>
        </p:nvSpPr>
        <p:spPr>
          <a:xfrm>
            <a:off x="-14440970" y="-8046290"/>
            <a:ext cx="156633" cy="156633"/>
          </a:xfrm>
          <a:prstGeom prst="roundRect">
            <a:avLst>
              <a:gd name="adj" fmla="val 8559"/>
            </a:avLst>
          </a:prstGeom>
          <a:gradFill>
            <a:gsLst>
              <a:gs pos="0">
                <a:srgbClr val="AB42C8"/>
              </a:gs>
              <a:gs pos="100000">
                <a:srgbClr val="9232AC"/>
              </a:gs>
            </a:gsLst>
            <a:path path="circle">
              <a:fillToRect l="50000" t="50000" r="50000" b="50000"/>
            </a:path>
          </a:gra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🗲</a:t>
            </a:r>
            <a:endParaRPr lang="fr-FR" sz="100" dirty="0">
              <a:solidFill>
                <a:schemeClr val="bg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2D94C89-E7BC-7DCD-EFB0-AADFBBF6A3F7}"/>
              </a:ext>
            </a:extLst>
          </p:cNvPr>
          <p:cNvGrpSpPr/>
          <p:nvPr/>
        </p:nvGrpSpPr>
        <p:grpSpPr>
          <a:xfrm>
            <a:off x="-14650564" y="-6749486"/>
            <a:ext cx="1131894" cy="111760"/>
            <a:chOff x="383656" y="3235474"/>
            <a:chExt cx="1131894" cy="1117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44815B6-C457-97F4-5FEA-8E8DC1A27929}"/>
                </a:ext>
              </a:extLst>
            </p:cNvPr>
            <p:cNvSpPr/>
            <p:nvPr/>
          </p:nvSpPr>
          <p:spPr>
            <a:xfrm>
              <a:off x="383656" y="3235474"/>
              <a:ext cx="111760" cy="111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46B7E3F-7110-1034-7677-7816468DACFD}"/>
                </a:ext>
              </a:extLst>
            </p:cNvPr>
            <p:cNvSpPr/>
            <p:nvPr/>
          </p:nvSpPr>
          <p:spPr>
            <a:xfrm>
              <a:off x="510623" y="3235474"/>
              <a:ext cx="111760" cy="111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F69374B-8C77-C9D8-D89F-DF5E4C9F4E38}"/>
                </a:ext>
              </a:extLst>
            </p:cNvPr>
            <p:cNvSpPr/>
            <p:nvPr/>
          </p:nvSpPr>
          <p:spPr>
            <a:xfrm>
              <a:off x="637590" y="3235474"/>
              <a:ext cx="111760" cy="111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A87F03-C223-85AA-BA9E-98A82D44C867}"/>
                </a:ext>
              </a:extLst>
            </p:cNvPr>
            <p:cNvSpPr/>
            <p:nvPr/>
          </p:nvSpPr>
          <p:spPr>
            <a:xfrm>
              <a:off x="764557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D7334C3-57D8-F9C7-13B3-7D405D646534}"/>
                </a:ext>
              </a:extLst>
            </p:cNvPr>
            <p:cNvSpPr/>
            <p:nvPr/>
          </p:nvSpPr>
          <p:spPr>
            <a:xfrm>
              <a:off x="891524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8CD847-C97C-3345-9BE1-5647C54A50F5}"/>
                </a:ext>
              </a:extLst>
            </p:cNvPr>
            <p:cNvSpPr/>
            <p:nvPr/>
          </p:nvSpPr>
          <p:spPr>
            <a:xfrm>
              <a:off x="1018491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E751A2F-53DC-8CFE-54D7-13C86E1EA9D2}"/>
                </a:ext>
              </a:extLst>
            </p:cNvPr>
            <p:cNvSpPr/>
            <p:nvPr/>
          </p:nvSpPr>
          <p:spPr>
            <a:xfrm>
              <a:off x="1145458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17D3999-8F2E-F54B-D17E-C4BA11725A9F}"/>
                </a:ext>
              </a:extLst>
            </p:cNvPr>
            <p:cNvSpPr/>
            <p:nvPr/>
          </p:nvSpPr>
          <p:spPr>
            <a:xfrm>
              <a:off x="1274624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8733DB8-6368-7D2A-2D32-0C9DDFE20AB0}"/>
                </a:ext>
              </a:extLst>
            </p:cNvPr>
            <p:cNvSpPr/>
            <p:nvPr/>
          </p:nvSpPr>
          <p:spPr>
            <a:xfrm>
              <a:off x="1403790" y="3235474"/>
              <a:ext cx="111760" cy="11176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D68238C-0E68-2AAA-55C1-EBD4EC336FFC}"/>
              </a:ext>
            </a:extLst>
          </p:cNvPr>
          <p:cNvSpPr/>
          <p:nvPr/>
        </p:nvSpPr>
        <p:spPr>
          <a:xfrm>
            <a:off x="-14237711" y="-8044430"/>
            <a:ext cx="156633" cy="156633"/>
          </a:xfrm>
          <a:prstGeom prst="roundRect">
            <a:avLst>
              <a:gd name="adj" fmla="val 8559"/>
            </a:avLst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F</a:t>
            </a:r>
            <a:endParaRPr lang="fr-FR" sz="200" b="1" dirty="0">
              <a:solidFill>
                <a:schemeClr val="bg1"/>
              </a:solidFill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C83DE138-C5D0-5CED-853E-D0CA32D30827}"/>
              </a:ext>
            </a:extLst>
          </p:cNvPr>
          <p:cNvSpPr/>
          <p:nvPr/>
        </p:nvSpPr>
        <p:spPr>
          <a:xfrm rot="19166888">
            <a:off x="12575571" y="9252106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452454">
                  <a:alpha val="0"/>
                </a:srgbClr>
              </a:gs>
              <a:gs pos="64000">
                <a:srgbClr val="452454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414B145B-B97A-633A-29D9-DAAB5F5FAB45}"/>
              </a:ext>
            </a:extLst>
          </p:cNvPr>
          <p:cNvSpPr/>
          <p:nvPr/>
        </p:nvSpPr>
        <p:spPr>
          <a:xfrm rot="8469575">
            <a:off x="1622259" y="-3806168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452454">
                  <a:alpha val="0"/>
                </a:srgbClr>
              </a:gs>
              <a:gs pos="64000">
                <a:srgbClr val="452454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EF075B6F-FA91-87CD-3ADB-651517BF35A1}"/>
              </a:ext>
            </a:extLst>
          </p:cNvPr>
          <p:cNvSpPr/>
          <p:nvPr/>
        </p:nvSpPr>
        <p:spPr>
          <a:xfrm rot="13206038">
            <a:off x="12536876" y="-3806168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452454">
                  <a:alpha val="0"/>
                </a:srgbClr>
              </a:gs>
              <a:gs pos="64000">
                <a:srgbClr val="452454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F1830643-1042-BA4E-5DF7-AC555C4AA18E}"/>
              </a:ext>
            </a:extLst>
          </p:cNvPr>
          <p:cNvSpPr/>
          <p:nvPr/>
        </p:nvSpPr>
        <p:spPr>
          <a:xfrm rot="2421312">
            <a:off x="1489847" y="9373704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452454">
                  <a:alpha val="0"/>
                </a:srgbClr>
              </a:gs>
              <a:gs pos="64000">
                <a:srgbClr val="452454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E2A4B9E9-5DB6-9F99-E717-3342FA7303B4}"/>
              </a:ext>
            </a:extLst>
          </p:cNvPr>
          <p:cNvSpPr/>
          <p:nvPr/>
        </p:nvSpPr>
        <p:spPr>
          <a:xfrm rot="5400000">
            <a:off x="-1513038" y="2858917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452454">
                  <a:alpha val="0"/>
                </a:srgbClr>
              </a:gs>
              <a:gs pos="64000">
                <a:srgbClr val="452454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B41EA1B1-9898-5BA5-E314-8EFB901527CD}"/>
              </a:ext>
            </a:extLst>
          </p:cNvPr>
          <p:cNvSpPr/>
          <p:nvPr/>
        </p:nvSpPr>
        <p:spPr>
          <a:xfrm rot="16200000">
            <a:off x="15579156" y="2810219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452454">
                  <a:alpha val="0"/>
                </a:srgbClr>
              </a:gs>
              <a:gs pos="64000">
                <a:srgbClr val="452454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5D88E581-9E70-DD54-0FB7-0332A25A3B0C}"/>
              </a:ext>
            </a:extLst>
          </p:cNvPr>
          <p:cNvSpPr/>
          <p:nvPr/>
        </p:nvSpPr>
        <p:spPr>
          <a:xfrm rot="10800000">
            <a:off x="6999811" y="-5728071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452454">
                  <a:alpha val="0"/>
                </a:srgbClr>
              </a:gs>
              <a:gs pos="64000">
                <a:srgbClr val="452454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7965C99-85D4-8A5E-380A-8BE3AE9C1471}"/>
              </a:ext>
            </a:extLst>
          </p:cNvPr>
          <p:cNvSpPr/>
          <p:nvPr/>
        </p:nvSpPr>
        <p:spPr>
          <a:xfrm>
            <a:off x="7048798" y="11420090"/>
            <a:ext cx="5124900" cy="17239562"/>
          </a:xfrm>
          <a:prstGeom prst="triangle">
            <a:avLst>
              <a:gd name="adj" fmla="val 49369"/>
            </a:avLst>
          </a:prstGeom>
          <a:gradFill>
            <a:gsLst>
              <a:gs pos="30000">
                <a:srgbClr val="452454">
                  <a:alpha val="0"/>
                </a:srgbClr>
              </a:gs>
              <a:gs pos="64000">
                <a:srgbClr val="452454">
                  <a:alpha val="9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17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636C59-466E-00E4-4589-14D61041C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74" y="846192"/>
            <a:ext cx="18792276" cy="2201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16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1358</TotalTime>
  <Words>19</Words>
  <Application>Microsoft Office PowerPoint</Application>
  <PresentationFormat>Custom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Acumin Pro ExtraCondensed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Yoann LE PRIOL</dc:creator>
  <cp:lastModifiedBy>Yoann LE PRIOL</cp:lastModifiedBy>
  <cp:revision>2</cp:revision>
  <dcterms:created xsi:type="dcterms:W3CDTF">2026-03-21T00:55:32Z</dcterms:created>
  <dcterms:modified xsi:type="dcterms:W3CDTF">2026-03-21T23:34:12Z</dcterms:modified>
</cp:coreProperties>
</file>